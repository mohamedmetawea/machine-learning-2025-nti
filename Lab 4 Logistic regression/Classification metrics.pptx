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pS6Sb5inBJnAKDm7JFMODeZZX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Classification metrics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Confusion matrix</a:t>
            </a:r>
            <a:endParaRPr/>
          </a:p>
        </p:txBody>
      </p:sp>
      <p:pic>
        <p:nvPicPr>
          <p:cNvPr descr="What is a confusion matrix?. Everything you Should Know about… | by  Anuganti Suresh | Analytics Vidhya | Medium" id="90" name="Google Shape;90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2093" y="1825625"/>
            <a:ext cx="5127813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1995" y="643467"/>
            <a:ext cx="8808009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3226" y="643467"/>
            <a:ext cx="7605548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7205" y="643467"/>
            <a:ext cx="7737590" cy="557106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 flipH="1" rot="-2700000">
            <a:off x="-376156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 flipH="1" rot="-2700000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 flipH="1" rot="-2700000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 flipH="1" rot="10800000">
            <a:off x="9356643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 flipH="1">
            <a:off x="7976344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53762" l="0" r="0" t="0"/>
          <a:stretch/>
        </p:blipFill>
        <p:spPr>
          <a:xfrm>
            <a:off x="1444086" y="1713934"/>
            <a:ext cx="9170478" cy="2575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 flipH="1">
            <a:off x="7604080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ow to explain the ROC AUC score and ROC curve?" id="139" name="Google Shape;13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4100" y="4083538"/>
            <a:ext cx="4577142" cy="2575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838200" y="365125"/>
            <a:ext cx="23812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Macro, micro and weighted metrics</a:t>
            </a:r>
            <a:endParaRPr/>
          </a:p>
        </p:txBody>
      </p:sp>
      <p:pic>
        <p:nvPicPr>
          <p:cNvPr id="145" name="Google Shape;14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2981" t="0"/>
          <a:stretch/>
        </p:blipFill>
        <p:spPr>
          <a:xfrm>
            <a:off x="1717157" y="1862138"/>
            <a:ext cx="3004586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1275" l="0" r="24976" t="0"/>
          <a:stretch/>
        </p:blipFill>
        <p:spPr>
          <a:xfrm>
            <a:off x="4896556" y="0"/>
            <a:ext cx="5578287" cy="4571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3474" y="4571809"/>
            <a:ext cx="6999425" cy="228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838200" y="365125"/>
            <a:ext cx="23812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Macro, micro and weighted metrics</a:t>
            </a:r>
            <a:endParaRPr/>
          </a:p>
        </p:txBody>
      </p:sp>
      <p:pic>
        <p:nvPicPr>
          <p:cNvPr id="153" name="Google Shape;153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2981" t="0"/>
          <a:stretch/>
        </p:blipFill>
        <p:spPr>
          <a:xfrm>
            <a:off x="1717157" y="1862138"/>
            <a:ext cx="3004586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6714" y="1027906"/>
            <a:ext cx="7497221" cy="5106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838200" y="365125"/>
            <a:ext cx="23812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Macro, micro and weighted metrics</a:t>
            </a:r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462" y="213864"/>
            <a:ext cx="8154538" cy="6430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914400" y="1957865"/>
            <a:ext cx="8806274" cy="37820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 Metrics: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of metrics calculated per class.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Treats all classes equally.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 Metrics: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calculated by aggregating true/false positives/negatives across all classes.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Reflects overall performance.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Weighted Metrics: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 calculated per class and weighted by class size.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Reflects performance considering class distribution.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Consider a dataset with three classes (A, B, C) with the following instance counts: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Class A: 100 instances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Class B: 10 instances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Class C: 5 instances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a model performs poorly on Class C but well on Classes A and B, the choice of metric affects the evaluation: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Macro Metrics: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Each class has equal weight, highlighting poor performance on Class C.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Micro Metrics: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Performance on Class C is diluted تخفف by the larger number of instances in Classes A and B.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Weighted Metrics: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Performance is influenced by the size of each class, giving more weight to Class A.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conclusion, the choice between macro, micro, and weighted metrics depends on the specific evaluation needs and the class distribution in your dataset.</a:t>
            </a:r>
            <a:endParaRPr/>
          </a:p>
          <a:p>
            <a:pPr indent="-11747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2024-07-03T21:03:13Z</dcterms:created>
  <dc:creator>ahmed.abdelsatar@fci.bu.edu.eg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0x010100C19300DC1C15C14DA4261E7EB82FFE64</vt:lpwstr>
  </property>
</Properties>
</file>